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1097280" cy="19431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DDC"/>
                </a:solidFill>
              </a:rPr>
              <a:t>UNIVERSIDADE PRESBITERIANA MACKENZIE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Sistema de Recomendacao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de Produtos Fitness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ADDC"/>
                </a:solidFill>
              </a:rPr>
              <a:t>Utilizando o Dataset de Avaliacoes da Amazon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5029200" cy="45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Karla Maria Ramos da Silva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Oscar Luz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31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Rafael Hessel Sichetti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78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Vitor Assuncao Rocha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Projeto Aplicado III - 2026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Quem Somos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20116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2011680" cy="9601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Karla Maria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Ramos da Silva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RA: 10730503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85FA5"/>
                </a:solidFill>
              </a:rPr>
              <a:t>Introducao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85FA5"/>
                </a:solidFill>
              </a:rPr>
              <a:t>e Contexto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737360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0:00 - 1:15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914400"/>
            <a:ext cx="20116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87752" y="914400"/>
            <a:ext cx="201168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87752" y="1234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Oscar Luz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7752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RA: 10435099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7752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6E56"/>
                </a:solidFill>
              </a:rPr>
              <a:t>Dataset 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6E56"/>
                </a:solidFill>
              </a:rPr>
              <a:t>Metodologia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24912" y="3246120"/>
            <a:ext cx="1737360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32461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1:15 - 2:30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64024" y="914400"/>
            <a:ext cx="20116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64024" y="914400"/>
            <a:ext cx="2011680" cy="9601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234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Rafael Hessel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Sichetti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4024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RA: 10375395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64024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34AB7"/>
                </a:solidFill>
              </a:rPr>
              <a:t>Resultados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34AB7"/>
                </a:solidFill>
              </a:rPr>
              <a:t>e Analise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01184" y="3246120"/>
            <a:ext cx="1737360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32461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2:30 - 3:45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0296" y="914400"/>
            <a:ext cx="20116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0296" y="914400"/>
            <a:ext cx="2011680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0296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0296" y="1234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Vitor Assuncao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Rocha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0296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RA: 10440984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0296" y="2286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A7517"/>
                </a:solidFill>
              </a:rPr>
              <a:t>Conclusao 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A7517"/>
                </a:solidFill>
              </a:rPr>
              <a:t>Futuros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77456" y="3246120"/>
            <a:ext cx="1737360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32461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3:45 - 5:00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1 - KARLA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Introducao e Contexto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804672"/>
          </a:xfrm>
          <a:prstGeom prst="rect">
            <a:avLst/>
          </a:prstGeom>
          <a:solidFill>
            <a:srgbClr val="F4F7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64008" cy="8046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Contexto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 crescimento do e-commerce torna a escolha de produtos cada vez mais dificil para os consumidores.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03120"/>
            <a:ext cx="64008" cy="8046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</a:rPr>
              <a:t>Motivacao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Experiencia do grupo em vendas e atacado: entender o comportamento de compra e um diferencial.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8503920" cy="804672"/>
          </a:xfrm>
          <a:prstGeom prst="rect">
            <a:avLst/>
          </a:prstGeom>
          <a:solidFill>
            <a:srgbClr val="F4F7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8046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</a:rPr>
              <a:t>Objetivo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198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Desenvolver um sistema de recomendacao de produtos fitness com dados reais da Amazon (McAuley, UCSD).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931920"/>
            <a:ext cx="64008" cy="8046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</a:rPr>
              <a:t>Embasamento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3342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Ricci et al. (2011): sistemas de recomendacao personalizam sugestoes com dados historicos de interacao.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2 - OSCAR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Dataset e Metodologia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2918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Amazon Reviews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591056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72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Julian McAuley - UCSD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75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Categoria: Sports &amp; Outdoors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95728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77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user_id, ASIN, rating (1 a 5 estrelas)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798064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797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Texto da avaliacao +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200400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82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300 usuarios  |  20 produtos  |  ~1900 avaliacoes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1143000"/>
            <a:ext cx="36576" cy="374904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70432"/>
            <a:ext cx="4160520" cy="32918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17043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 - 6 etapas</a:t>
            </a:r>
            <a:endParaRPr lang="en-US" sz="1200" dirty="0"/>
          </a:p>
        </p:txBody>
      </p:sp>
      <p:pic>
        <p:nvPicPr>
          <p:cNvPr id="21" name="Image 0" descr="/mnt/user-data/outputs/fluxograma_metod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36192"/>
            <a:ext cx="41605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3 - RAFAEL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Resultados - Analise Exploratoria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Distribuicao de Ratings</a:t>
            </a:r>
            <a:endParaRPr lang="en-US" sz="1100" dirty="0"/>
          </a:p>
        </p:txBody>
      </p:sp>
      <p:pic>
        <p:nvPicPr>
          <p:cNvPr id="8" name="Image 0" descr="/home/claude/img_ra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08760"/>
            <a:ext cx="402336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17720" y="1170432"/>
            <a:ext cx="420624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11704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Avaliacoes por Categoria</a:t>
            </a:r>
            <a:endParaRPr lang="en-US" sz="1100" dirty="0"/>
          </a:p>
        </p:txBody>
      </p:sp>
      <p:pic>
        <p:nvPicPr>
          <p:cNvPr id="11" name="Image 1" descr="/home/claude/img_categori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08760"/>
            <a:ext cx="4206240" cy="2377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4005072"/>
            <a:ext cx="8503920" cy="3657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407822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Rating medio: 4.1 estrelas  |  52% das avaliacoes com nota maxima  |  Alta esparsidade da matriz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3 - RAFAEL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Modelo e Metricas de Avaliacao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57200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Similaridade do Cosseno entre Produtos</a:t>
            </a:r>
            <a:endParaRPr lang="en-US" sz="1100" dirty="0"/>
          </a:p>
        </p:txBody>
      </p:sp>
      <p:pic>
        <p:nvPicPr>
          <p:cNvPr id="8" name="Image 0" descr="/home/claude/img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08760"/>
            <a:ext cx="457200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74920" y="1170432"/>
            <a:ext cx="374904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170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 vs Modelo Aprimorado</a:t>
            </a:r>
            <a:endParaRPr lang="en-US" sz="1100" dirty="0"/>
          </a:p>
        </p:txBody>
      </p:sp>
      <p:pic>
        <p:nvPicPr>
          <p:cNvPr id="11" name="Image 1" descr="/home/claude/img_metri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3749040" cy="21945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74920" y="3840480"/>
            <a:ext cx="1783080" cy="1051560"/>
          </a:xfrm>
          <a:prstGeom prst="rect">
            <a:avLst/>
          </a:prstGeom>
          <a:solidFill>
            <a:srgbClr val="F4F7FC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74920" y="38862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0.012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074920" y="43434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Precision@10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74920" y="456285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vs 0.004 baseline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995160" y="3840480"/>
            <a:ext cx="1783080" cy="1051560"/>
          </a:xfrm>
          <a:prstGeom prst="rect">
            <a:avLst/>
          </a:prstGeom>
          <a:solidFill>
            <a:srgbClr val="F4F7FC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995160" y="38862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0.091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995160" y="43434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Recall@10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995160" y="456285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vs 0.040 baseline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4 - VITOR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Conclusao e Trabalhos Futuros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108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 que foi alcancado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591056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72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Pipeline completo de ponta a ponta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75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Sistema interativo (Colab / GitHub)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95728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77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Melhoria consistente vs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798064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797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Codigo reproduzivel e documentado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4023360" cy="31089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3756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Limitacoes identificadas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767328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Alta esparsidade da matriz usuario-produto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169664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51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Cold-start para novos usuarios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143000"/>
            <a:ext cx="36576" cy="374904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170432"/>
            <a:ext cx="406908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7043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Trabalhos Futuros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1591056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1572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Fatoracao de matriz (SVD / ALS)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2011680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Analise de sentimentos (BERT / RoBERTa)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2432304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57216" y="24140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Abordagem hibrida colaborativa + conteudo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2852928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API REST para uso em tempo real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3273552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Expansao para outras categorias Amazon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GitHub: github.com/VtrRocha/Projeto-Aplicado-3   |   Dataset: cseweb.ucsd.edu/~jmcauley/datasets.html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Obrigado!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0" cy="45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8AADDC"/>
                </a:solidFill>
              </a:rPr>
              <a:t>Sistema de Recomendacao de Produtos Fitness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8AADDC"/>
                </a:solidFill>
              </a:rPr>
              <a:t>Universidade Presbiteriana Mackenzie - 2026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09728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31089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github.com/VtrRocha/Projeto-Aplicado-3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09728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36118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cseweb.ucsd.edu/~jmcauley/datasets.html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2048256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1596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Karla Maria Ramos da Silva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06624" y="4315968"/>
            <a:ext cx="2048256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431596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Oscar Luz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64608" y="4315968"/>
            <a:ext cx="2048256" cy="5943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431596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Rafael Hessel Sichetti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22592" y="4315968"/>
            <a:ext cx="2048256" cy="5943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431596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Vitor Assuncao Rocha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Recomendacao Fitness - Mackenzie 2026</dc:title>
  <dc:subject>PptxGenJS Presentation</dc:subject>
  <dc:creator>PptxGenJS</dc:creator>
  <cp:lastModifiedBy>PptxGenJS</cp:lastModifiedBy>
  <cp:revision>1</cp:revision>
  <dcterms:created xsi:type="dcterms:W3CDTF">2026-05-25T22:17:05Z</dcterms:created>
  <dcterms:modified xsi:type="dcterms:W3CDTF">2026-05-25T22:17:05Z</dcterms:modified>
</cp:coreProperties>
</file>